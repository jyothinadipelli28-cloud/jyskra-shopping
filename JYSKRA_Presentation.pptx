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0A3A"/>
          </a:solidFill>
          <a:ln w="12700">
            <a:solidFill>
              <a:srgbClr val="1A0A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74320"/>
            <a:ext cx="256032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0"/>
            <a:ext cx="320040" cy="5143500"/>
          </a:xfrm>
          <a:prstGeom prst="rect">
            <a:avLst/>
          </a:prstGeom>
          <a:solidFill>
            <a:srgbClr val="7B6FF0">
              <a:alpha val="45000"/>
            </a:srgbClr>
          </a:solidFill>
          <a:ln w="12700">
            <a:solidFill>
              <a:srgbClr val="7B6FF0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5029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🛍️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11480" y="129844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JYSKRA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11480" y="217627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Coding  —  Course Project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" y="2788920"/>
            <a:ext cx="3840480" cy="1143000"/>
          </a:xfrm>
          <a:prstGeom prst="roundRect">
            <a:avLst>
              <a:gd name="adj" fmla="val 9600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29077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Jyothi Nadipelli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3291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2303a52115  |  AI Assisted Coding Project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4114800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7B6FF0">
              <a:alpha val="75000"/>
            </a:srgbClr>
          </a:solidFill>
          <a:ln w="12700">
            <a:solidFill>
              <a:srgbClr val="7B6F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1148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frontend-two-omega-2dj86yvkr8.vercel.app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74320"/>
            <a:ext cx="4206240" cy="4480560"/>
          </a:xfrm>
          <a:prstGeom prst="roundRect">
            <a:avLst>
              <a:gd name="adj" fmla="val 3261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301752"/>
            <a:ext cx="4151376" cy="4425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2743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663440" y="10058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JYSKRA is a full-stack AI-powered e-commerce platform built with Node.js, MongoDB, and React. It delivers accurate, personalized shopping experiences using a 3-layer AI recommendation engine.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663440" y="201168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63440" y="2011680"/>
            <a:ext cx="64008" cy="1143000"/>
          </a:xfrm>
          <a:prstGeom prst="rect">
            <a:avLst/>
          </a:prstGeom>
          <a:solidFill>
            <a:srgbClr val="7B6FF0"/>
          </a:solidFill>
          <a:ln w="12700">
            <a:solidFill>
              <a:srgbClr val="7B6F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2084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00600" y="24048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product discovery is slow and irrelevant — customers miss products they'd love, and merchants lose sales. Generic browsing without personalization wastes time.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329184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291840"/>
            <a:ext cx="64008" cy="1143000"/>
          </a:xfrm>
          <a:prstGeom prst="rect">
            <a:avLst/>
          </a:prstGeom>
          <a:solidFill>
            <a:srgbClr val="9B8FF5"/>
          </a:solidFill>
          <a:ln w="12700">
            <a:solidFill>
              <a:srgbClr val="9B8F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3364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00600" y="368503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intelligent shopping platform that learns from user behavior — purchase history, browsing patterns, and trending data — to surface the right products instantly.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1490472"/>
            <a:ext cx="4069080" cy="0"/>
          </a:xfrm>
          <a:prstGeom prst="line">
            <a:avLst/>
          </a:prstGeom>
          <a:noFill/>
          <a:ln w="19050">
            <a:solidFill>
              <a:srgbClr val="2E3D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64208" y="1161288"/>
            <a:ext cx="658368" cy="658368"/>
          </a:xfrm>
          <a:prstGeom prst="ellipse">
            <a:avLst/>
          </a:prstGeom>
          <a:solidFill>
            <a:srgbClr val="3D4B7A"/>
          </a:solidFill>
          <a:ln w="12700">
            <a:solidFill>
              <a:srgbClr val="3D4B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64208" y="11612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94767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Web App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35000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clean, responsive React frontend with Node.js/Express backend, allowing users to browse products, manage carts, and place orders seamlessly.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490472"/>
            <a:ext cx="4069080" cy="0"/>
          </a:xfrm>
          <a:prstGeom prst="line">
            <a:avLst/>
          </a:prstGeom>
          <a:noFill/>
          <a:ln w="19050">
            <a:solidFill>
              <a:srgbClr val="2E3D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9048" y="1161288"/>
            <a:ext cx="658368" cy="658368"/>
          </a:xfrm>
          <a:prstGeom prst="ellipse">
            <a:avLst/>
          </a:prstGeom>
          <a:solidFill>
            <a:srgbClr val="3D4B7A"/>
          </a:solidFill>
          <a:ln w="12700">
            <a:solidFill>
              <a:srgbClr val="3D4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9048" y="11612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0600" y="194767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Recommendations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235000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3-layer AI engine combining category affinity, collaborative filtering, and trending fallback to deliver personalized product suggestions.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64992"/>
            <a:ext cx="4069080" cy="0"/>
          </a:xfrm>
          <a:prstGeom prst="line">
            <a:avLst/>
          </a:prstGeom>
          <a:noFill/>
          <a:ln w="19050">
            <a:solidFill>
              <a:srgbClr val="2E3D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4208" y="3035808"/>
            <a:ext cx="658368" cy="658368"/>
          </a:xfrm>
          <a:prstGeom prst="ellipse">
            <a:avLst/>
          </a:prstGeom>
          <a:solidFill>
            <a:srgbClr val="3D4B7A"/>
          </a:solidFill>
          <a:ln w="12700">
            <a:solidFill>
              <a:srgbClr val="3D4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64208" y="3035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AI-Assisted Dev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" y="422452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how AI tools like Claude (Anthropic) and GitHub Copilot accelerated the development lifecycle — from scaffolding to deployment.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364992"/>
            <a:ext cx="4069080" cy="0"/>
          </a:xfrm>
          <a:prstGeom prst="line">
            <a:avLst/>
          </a:prstGeom>
          <a:noFill/>
          <a:ln w="19050">
            <a:solidFill>
              <a:srgbClr val="2E3D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9048" y="3035808"/>
            <a:ext cx="658368" cy="658368"/>
          </a:xfrm>
          <a:prstGeom prst="ellipse">
            <a:avLst/>
          </a:prstGeom>
          <a:solidFill>
            <a:srgbClr val="3D4B7A"/>
          </a:solidFill>
          <a:ln w="12700">
            <a:solidFill>
              <a:srgbClr val="3D4B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3035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38221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Document the System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00600" y="422452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Vercel (Frontend) + Railway (Backend), connect MongoDB Atlas, seed demo data, and document the entire architecture and API endpoints.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2834640"/>
            <a:ext cx="3840480" cy="0"/>
          </a:xfrm>
          <a:prstGeom prst="line">
            <a:avLst/>
          </a:prstGeom>
          <a:noFill/>
          <a:ln w="15240">
            <a:solidFill>
              <a:srgbClr val="2E3D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40280" y="960120"/>
            <a:ext cx="0" cy="3749040"/>
          </a:xfrm>
          <a:prstGeom prst="line">
            <a:avLst/>
          </a:prstGeom>
          <a:noFill/>
          <a:ln w="15240">
            <a:solidFill>
              <a:srgbClr val="2E3D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912" y="2176272"/>
            <a:ext cx="1316736" cy="1316736"/>
          </a:xfrm>
          <a:prstGeom prst="ellipse">
            <a:avLst/>
          </a:prstGeom>
          <a:solidFill>
            <a:srgbClr val="3D4B7A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1912" y="2176272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1005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657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3657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Project Serves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7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13716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171907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managers and customers who browse products, manage orders, and receive personalized AI-based recommendations.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7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74920" y="22860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Evaluators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74920" y="263347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and project judges assessing technical architecture, AI integration, and deployment quality.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7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74920" y="32004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74920" y="354787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 — whose conversational AI was used to scaffold, debug, and refine the entire codebase.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41148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7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74920" y="41148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4920" y="446227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developer responsible for design, full-stack implementation, testing, and Vercel/Railway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Tools &amp; Software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runtime and web framework. Handles REST API routing, session management, file uploads, and middleware.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8006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00600" y="1417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 for building the responsive SPA with role-based routing, Context API state management, and Chart.js dashboards.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2350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71576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NoSQL database with 4 collections (Users, Products, Orders, Cart), session store, and text search index.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0600" y="2350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 AI)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271576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programmer used throughout development to scaffold the entire full-stack codebase, debug errors, and optimize deployment.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36484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+ Vercel (Docker)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4014216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deployed on Railway (Docker), frontend on Vercel. Both auto-deploy on GitHub push.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0600" y="36484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+ express-session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4014216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and session-based authentication with MongoDB store, enabling secure login and role-based access control.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Used to Build JYSKRA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project was scaffolded using Claude (Anthropic). Below are representative prompts submitted during development.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4206240" cy="1719072"/>
          </a:xfrm>
          <a:prstGeom prst="roundRect">
            <a:avLst>
              <a:gd name="adj" fmla="val 7447"/>
            </a:avLst>
          </a:prstGeom>
          <a:solidFill>
            <a:srgbClr val="1A2340"/>
          </a:solidFill>
          <a:ln w="1905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4206240" cy="475488"/>
          </a:xfrm>
          <a:prstGeom prst="rect">
            <a:avLst/>
          </a:prstGeom>
          <a:solidFill>
            <a:srgbClr val="131A2E"/>
          </a:solidFill>
          <a:ln w="12700">
            <a:solidFill>
              <a:srgbClr val="13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" y="17922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Scaffold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" y="2176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complete full-stack AI shopping system with Node.js, MongoDB, and React. Include auth, cart, orders, admin dashboard, and AI recommendations."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4206240" cy="1719072"/>
          </a:xfrm>
          <a:prstGeom prst="roundRect">
            <a:avLst>
              <a:gd name="adj" fmla="val 7447"/>
            </a:avLst>
          </a:prstGeom>
          <a:solidFill>
            <a:srgbClr val="1A2340"/>
          </a:solidFill>
          <a:ln w="1905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61872"/>
            <a:ext cx="4206240" cy="475488"/>
          </a:xfrm>
          <a:prstGeom prst="rect">
            <a:avLst/>
          </a:prstGeom>
          <a:solidFill>
            <a:srgbClr val="131A2E"/>
          </a:solidFill>
          <a:ln w="12700">
            <a:solidFill>
              <a:srgbClr val="13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6187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19472" y="17922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9472" y="2176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 a 3-layer recommendation engine: category affinity from purchase/browse history, collaborative filtering from similar users, and trending fallback."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136392"/>
            <a:ext cx="4206240" cy="1719072"/>
          </a:xfrm>
          <a:prstGeom prst="roundRect">
            <a:avLst>
              <a:gd name="adj" fmla="val 7447"/>
            </a:avLst>
          </a:prstGeom>
          <a:solidFill>
            <a:srgbClr val="1A2340"/>
          </a:solidFill>
          <a:ln w="1905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136392"/>
            <a:ext cx="4206240" cy="475488"/>
          </a:xfrm>
          <a:prstGeom prst="rect">
            <a:avLst/>
          </a:prstGeom>
          <a:solidFill>
            <a:srgbClr val="131A2E"/>
          </a:solidFill>
          <a:ln w="12700">
            <a:solidFill>
              <a:srgbClr val="13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1363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" y="366674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Charts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" y="405079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Chart.js revenue line chart and product category doughnut chart to the admin dashboard, pulling data from MongoDB aggregation pipelines."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136392"/>
            <a:ext cx="4206240" cy="1719072"/>
          </a:xfrm>
          <a:prstGeom prst="roundRect">
            <a:avLst>
              <a:gd name="adj" fmla="val 7447"/>
            </a:avLst>
          </a:prstGeom>
          <a:solidFill>
            <a:srgbClr val="1A2340"/>
          </a:solidFill>
          <a:ln w="19050">
            <a:solidFill>
              <a:srgbClr val="3B4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36392"/>
            <a:ext cx="4206240" cy="475488"/>
          </a:xfrm>
          <a:prstGeom prst="rect">
            <a:avLst/>
          </a:prstGeom>
          <a:solidFill>
            <a:srgbClr val="131A2E"/>
          </a:solidFill>
          <a:ln w="12700">
            <a:solidFill>
              <a:srgbClr val="13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1363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19472" y="366674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Deployment Fix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19472" y="405079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Dockerfile for the Node.js backend at /backend that installs dependencies and runs server.js, to deploy on Railway using Docker builder."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&amp;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2788920"/>
            <a:ext cx="7955280" cy="0"/>
          </a:xfrm>
          <a:prstGeom prst="line">
            <a:avLst/>
          </a:prstGeom>
          <a:noFill/>
          <a:ln w="25400">
            <a:solidFill>
              <a:srgbClr val="2E3D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920240"/>
            <a:ext cx="822960" cy="822960"/>
          </a:xfrm>
          <a:prstGeom prst="ellipse">
            <a:avLst/>
          </a:prstGeom>
          <a:solidFill>
            <a:srgbClr val="3D4B7A"/>
          </a:solidFill>
          <a:ln w="19050">
            <a:solidFill>
              <a:srgbClr val="7B6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+ express-session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2834640"/>
            <a:ext cx="822960" cy="822960"/>
          </a:xfrm>
          <a:prstGeom prst="ellipse">
            <a:avLst/>
          </a:prstGeom>
          <a:solidFill>
            <a:srgbClr val="3D4B7A"/>
          </a:solidFill>
          <a:ln w="19050">
            <a:solidFill>
              <a:srgbClr val="7B6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31720" y="34930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331720" y="387705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price/popularity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1920240"/>
            <a:ext cx="822960" cy="822960"/>
          </a:xfrm>
          <a:prstGeom prst="ellipse">
            <a:avLst/>
          </a:prstGeom>
          <a:solidFill>
            <a:srgbClr val="3D4B7A"/>
          </a:solidFill>
          <a:ln w="19050">
            <a:solidFill>
              <a:srgbClr val="7B6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89120" y="13898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engine analyses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trends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2834640"/>
            <a:ext cx="822960" cy="822960"/>
          </a:xfrm>
          <a:prstGeom prst="ellipse">
            <a:avLst/>
          </a:prstGeom>
          <a:solidFill>
            <a:srgbClr val="3D4B7A"/>
          </a:solidFill>
          <a:ln w="19050">
            <a:solidFill>
              <a:srgbClr val="7B6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34930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387705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cart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total calculation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27939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architecture ensures high availability and shopping quality: the AI engine layer serves fast, personalized recommendations, while the REST API + session middleware handles authentication, cart persistence, and order management.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Live Screenshots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screenshots from the deployed JYSKRA admin panel at frontend-two-omega-2dj86yvkr8.vercel.app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1752" y="1234440"/>
            <a:ext cx="4105656" cy="34655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731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Stats &amp; Charts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09160" y="1207008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6592" y="1234440"/>
            <a:ext cx="4105656" cy="34655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47731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Orders by Status &amp; Recent Users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 &amp; Shop — Live Screenshots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pages showing AI recommendations, product browsing with filters, and trending items.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1752" y="1234440"/>
            <a:ext cx="4105656" cy="34655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731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 — AI Recommendations &amp; Trending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09160" y="1207008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6592" y="1234440"/>
            <a:ext cx="4105656" cy="34655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47731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Page — Category Filters, Search &amp; Product Grid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Order Management — Live Screenshots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cart with 3 items totalling ₹1,047 and order history showing live order #BA6F8FE873 placed on 21 Apr 2026.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1752" y="1234440"/>
            <a:ext cx="4105656" cy="34655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731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— 3 Items · ₹1,047 Total · Free Shipping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09160" y="1207008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6592" y="1234440"/>
            <a:ext cx="4105656" cy="34655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47731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 — Live Order History with Status Tracking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AI-Generated Code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demonstrates real Claude (Anthropic) sessions used during development — showing transparent, responsible use of AI-assisted coding throughout the project lifecycle.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4434840" cy="3429000"/>
          </a:xfrm>
          <a:prstGeom prst="roundRect">
            <a:avLst>
              <a:gd name="adj" fmla="val 3733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98448"/>
            <a:ext cx="4434840" cy="4114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167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 — AI Conversation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3D4B7A"/>
          </a:solidFill>
          <a:ln w="12700">
            <a:solidFill>
              <a:srgbClr val="3D4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65376"/>
            <a:ext cx="3712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Build a complete full-stack AI shopping system with Node.js, MongoDB, React. Include auth, cart, orders, admin dashboard with charts, and AI recommendations.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257860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596896"/>
            <a:ext cx="3712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I'll build this production-ready full-stack app. Let me start with the backend models, then controllers, routes, and finally the React frontend...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3D4B7A"/>
          </a:solidFill>
          <a:ln w="12700">
            <a:solidFill>
              <a:srgbClr val="3D4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328416"/>
            <a:ext cx="3712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Add a 3-layer AI recommendation engine based on purchase history and collaborative filtering.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404164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059936"/>
            <a:ext cx="3712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Here's the recommendation controller with category affinity scoring, collaborative filtering logic, and trending product fallback...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473659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Claude (Anthropic) to build the entire project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AI-Generated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892040" y="1783080"/>
            <a:ext cx="54864" cy="640080"/>
          </a:xfrm>
          <a:prstGeom prst="rect">
            <a:avLst/>
          </a:prstGeom>
          <a:solidFill>
            <a:srgbClr val="7B6FF0"/>
          </a:solidFill>
          <a:ln w="12700">
            <a:solidFill>
              <a:srgbClr val="7B6F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783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Backend API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0" y="20848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server, all 6 route groups, controllers, session middleware, and Multer upload.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587752"/>
            <a:ext cx="54864" cy="640080"/>
          </a:xfrm>
          <a:prstGeom prst="rect">
            <a:avLst/>
          </a:prstGeom>
          <a:solidFill>
            <a:srgbClr val="7B6FF0"/>
          </a:solidFill>
          <a:ln w="12700">
            <a:solidFill>
              <a:srgbClr val="7B6F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587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0" y="28895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logic: category affinity, collaborative filtering, trending fallback.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3392424"/>
            <a:ext cx="54864" cy="640080"/>
          </a:xfrm>
          <a:prstGeom prst="rect">
            <a:avLst/>
          </a:prstGeom>
          <a:solidFill>
            <a:srgbClr val="7B6FF0"/>
          </a:solidFill>
          <a:ln w="12700">
            <a:solidFill>
              <a:srgbClr val="7B6F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3924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0" y="36941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pages, Context API, Sidebar, Navbar, ProductCard, and dark CSS design system.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4197096"/>
            <a:ext cx="54864" cy="640080"/>
          </a:xfrm>
          <a:prstGeom prst="rect">
            <a:avLst/>
          </a:prstGeom>
          <a:solidFill>
            <a:srgbClr val="7B6FF0"/>
          </a:solidFill>
          <a:ln w="12700">
            <a:solidFill>
              <a:srgbClr val="7B6F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1970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Deployment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0" y="4498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configuration, Railway setup, MongoDB Atlas integration, and seed script.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29968" cy="2606040"/>
          </a:xfrm>
          <a:prstGeom prst="roundRect">
            <a:avLst>
              <a:gd name="adj" fmla="val 5856"/>
            </a:avLst>
          </a:prstGeom>
          <a:solidFill>
            <a:srgbClr val="1A2340"/>
          </a:solidFill>
          <a:ln w="1524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1155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" y="1645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(2025). Claude: AI Assistant for Software Development. https://claude.ai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50592" y="1005840"/>
            <a:ext cx="2029968" cy="2606040"/>
          </a:xfrm>
          <a:prstGeom prst="roundRect">
            <a:avLst>
              <a:gd name="adj" fmla="val 5856"/>
            </a:avLst>
          </a:prstGeom>
          <a:solidFill>
            <a:srgbClr val="1A2340"/>
          </a:solidFill>
          <a:ln w="1524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1155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1645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Inc. (2024). Atlas Cloud Database Documentation. https://www.mongodb.com/atlas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26864" y="1005840"/>
            <a:ext cx="2029968" cy="2606040"/>
          </a:xfrm>
          <a:prstGeom prst="roundRect">
            <a:avLst>
              <a:gd name="adj" fmla="val 5856"/>
            </a:avLst>
          </a:prstGeom>
          <a:solidFill>
            <a:srgbClr val="1A2340"/>
          </a:solidFill>
          <a:ln w="1524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36592" y="11155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Deployment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36592" y="1645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Railway.app. (2024). Railway — Deploy Code Live in Seconds. https://railway.app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03136" y="1005840"/>
            <a:ext cx="2029968" cy="2606040"/>
          </a:xfrm>
          <a:prstGeom prst="roundRect">
            <a:avLst>
              <a:gd name="adj" fmla="val 5856"/>
            </a:avLst>
          </a:prstGeom>
          <a:solidFill>
            <a:srgbClr val="1A2340"/>
          </a:solidFill>
          <a:ln w="25400">
            <a:solidFill>
              <a:srgbClr val="3B4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12864" y="11155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Documentation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2864" y="1645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Source. (2024). React — The Library for Web and Native UI. https://react.dev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67328"/>
            <a:ext cx="8595360" cy="1188720"/>
          </a:xfrm>
          <a:prstGeom prst="roundRect">
            <a:avLst>
              <a:gd name="adj" fmla="val 10000"/>
            </a:avLst>
          </a:prstGeom>
          <a:solidFill>
            <a:srgbClr val="1A2340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85876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&amp; Node.js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OpenJS Foundation. (2024). Express — Fast, Unopinionated, Minimalist Web Framework for Node.js. https://expressjs.com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Node.js. (2024). Node.js v18 LTS Documentation. https://nodejs.org/en/docs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JYSKRA - AI Smart Shopping System</dc:title>
  <dc:subject>PptxGenJS Presentation</dc:subject>
  <dc:creator>PptxGenJS</dc:creator>
  <cp:lastModifiedBy>PptxGenJS</cp:lastModifiedBy>
  <cp:revision>1</cp:revision>
  <dcterms:created xsi:type="dcterms:W3CDTF">2026-04-22T05:11:24Z</dcterms:created>
  <dcterms:modified xsi:type="dcterms:W3CDTF">2026-04-22T05:11:24Z</dcterms:modified>
</cp:coreProperties>
</file>